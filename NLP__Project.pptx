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DF24-38A3-B07D-17AA-F78E339F8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EB732-87F6-0B65-AC4C-158E4353D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81FF5-3BFD-C2BB-4CAA-EFE5623F7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21643-9D25-ED5B-38EA-55B9505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F694E-9F2C-457F-A3D4-799A6A14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616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F820-E80D-B48E-94A1-955C3ED2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F3E9A-8C51-4FFC-9C61-21F2FCEED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4FB4E-148D-4847-F213-F1002AB5A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192BE-7D47-7A5F-A49D-767C5499D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BFA31-8DF4-2BB3-9B18-9E3149A9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02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4B6E-FA1A-78BE-A7DC-20135FF4A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6D430-D0DD-795A-0763-899E634F7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1FF15-051C-6CEB-75DC-D18B5C3C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E6466-1283-31F2-15E4-D4BD7D86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20A27-DAC1-2F42-E951-1450D201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7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67FD4-A7D2-D298-93C5-6EB34E3A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C616B-204A-1906-7275-E4CE42DC5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332AC-F74A-8AFD-9156-B9704B15A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B5643-845F-1FD2-57B2-36FF99D0E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5055C-5907-1F35-9527-C3606C4B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EC8DC-0F15-FDF0-0679-EB8731D2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130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6AFB3-5A9E-B70C-3864-E7B08039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DD2B7-F028-4A87-BE44-83358A943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436B3-175E-CC55-5558-E8DE133DD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EEA42-6F7D-1CB1-41D9-A0FC7368D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AFF285-48DD-5851-FCE9-2785F39C4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5F9A4A-6F2E-A5A4-B7E0-AA6C9FD9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DAE3BC-3329-74C0-460C-6702D9632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3D0C5-D935-6BF6-D994-898F57C2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79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C1F1-E7B9-3EE3-05FE-5B814243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E7B35-4ABA-DE3A-359B-520A0371B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C5E647-CB84-734A-9237-91B8F4313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F8486-E91C-8981-AA27-60F58698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8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F9800-56B2-2455-11AD-AF40074B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30F958-3E8A-AF4B-24F5-2E94EFB58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2A656-4B9B-1F21-73DE-2630F924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09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3FDDD-B872-F06C-E126-25F750DA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54ECE-C335-6371-AE47-1BFAFB983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F3C6F-1759-D48C-C8E8-332F9EAB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5FA23-8134-7B68-3B34-CB7E5959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9C80E-EB33-E6CD-C579-91BC3E8E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E8396-002C-D182-93E3-2E75E4EAF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01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6B5F9-2812-97EA-1BEC-4B3AFD837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CECC9-D752-FEE0-B4F9-3239883D4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15C2A-C305-53C4-451D-CBADDB7EB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8E799-64E3-34AC-03BC-7BE74CC91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FC3A7-FEC0-CC19-CC71-C37FC013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4FBEB-781F-98F8-0896-ABCFA8D7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23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2005-420A-FF9F-317C-476B3A5E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A0430-ECA2-E186-7D7E-CE2B813FA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45BFB-5046-65C5-28DC-1AFE775F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045BD-F6B4-CF0A-F17D-4F2E3D85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CDD72-A0A0-1258-BD14-9C748EBC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03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F7EC2B-6CA5-00C1-1E8F-5CF823C2C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C2511-646D-535D-D9F5-1BE024EFC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5FAE3-19BE-9028-1735-A5A7A211E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9DEDD-23DA-3FB3-A5B1-8C9023885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40182-BF2F-F21E-F3AB-29282773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64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D54248-DA36-79E1-AC00-76F96508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85974-B96C-5DCD-507F-CD435DDE5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7E917-3D4B-6067-C783-6673BC886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43B30-0E6E-4005-B1B9-B6685DE828F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7A78E-0AA6-A4CE-44ED-826F9277C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74CC-C3DC-D197-E52E-CF6B57041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72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A53E3-AB22-CF8E-54CA-0C42BD6B6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0332"/>
            <a:ext cx="9144000" cy="80838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Bahnschrift Light Condensed" panose="020B0502040204020203" pitchFamily="34" charset="0"/>
              </a:rPr>
            </a:br>
            <a:r>
              <a:rPr lang="en-US" sz="4000" b="1" dirty="0">
                <a:latin typeface="+mn-lt"/>
              </a:rPr>
              <a:t>           AI-Powered Audio transcription system</a:t>
            </a:r>
            <a:endParaRPr lang="en-IN" sz="4000" dirty="0">
              <a:latin typeface="+mn-lt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80B576C-ADD1-FB35-3770-FBD0F302F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036618"/>
            <a:ext cx="9892145" cy="3851564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/>
              <a:t>Team Members :</a:t>
            </a:r>
          </a:p>
          <a:p>
            <a:pPr algn="l"/>
            <a:endParaRPr lang="en-IN" sz="2800" b="1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b="1" dirty="0"/>
              <a:t> </a:t>
            </a:r>
            <a:r>
              <a:rPr lang="en-IN" sz="2800" dirty="0" err="1"/>
              <a:t>Pulyala</a:t>
            </a:r>
            <a:r>
              <a:rPr lang="en-IN" sz="2800" dirty="0"/>
              <a:t> Ashritha – 2403A52229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b="1" dirty="0"/>
              <a:t> </a:t>
            </a:r>
            <a:r>
              <a:rPr lang="en-IN" sz="2800" dirty="0"/>
              <a:t>Anumala Niharika – 2403A52234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IN" sz="2800" dirty="0"/>
          </a:p>
          <a:p>
            <a:pPr algn="l"/>
            <a:r>
              <a:rPr lang="en-IN" sz="2800" dirty="0"/>
              <a:t>                                      </a:t>
            </a:r>
            <a:r>
              <a:rPr lang="en-IN" sz="2800" b="1" dirty="0"/>
              <a:t>Guide:</a:t>
            </a:r>
          </a:p>
          <a:p>
            <a:pPr algn="l"/>
            <a:r>
              <a:rPr lang="en-IN" sz="2800" dirty="0"/>
              <a:t>                                                    Dr. Venkataramana</a:t>
            </a:r>
          </a:p>
        </p:txBody>
      </p:sp>
    </p:spTree>
    <p:extLst>
      <p:ext uri="{BB962C8B-B14F-4D97-AF65-F5344CB8AC3E}">
        <p14:creationId xmlns:p14="http://schemas.microsoft.com/office/powerpoint/2010/main" val="2171345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6A1B-DCB4-6DFF-59F5-3FF05F6E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338"/>
            <a:ext cx="10515600" cy="552699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+mn-lt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AB26-CFD1-2F17-2914-0404E38C6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274"/>
            <a:ext cx="10515600" cy="5310689"/>
          </a:xfrm>
        </p:spPr>
        <p:txBody>
          <a:bodyPr>
            <a:normAutofit/>
          </a:bodyPr>
          <a:lstStyle/>
          <a:p>
            <a:r>
              <a:rPr lang="en-US" dirty="0"/>
              <a:t>In daily life, people often forget tasks discussed in conversations or meetings.</a:t>
            </a:r>
          </a:p>
          <a:p>
            <a:r>
              <a:rPr lang="en-US" dirty="0"/>
              <a:t>Manual note-taking is inefficient and error-prone.</a:t>
            </a:r>
          </a:p>
          <a:p>
            <a:r>
              <a:rPr lang="en-US" dirty="0"/>
              <a:t>Important deadlines and action items may be missed.</a:t>
            </a:r>
          </a:p>
          <a:p>
            <a:pPr marL="0" indent="0">
              <a:buNone/>
            </a:pPr>
            <a:r>
              <a:rPr lang="en-IN" b="1" dirty="0"/>
              <a:t>Objective:</a:t>
            </a:r>
          </a:p>
          <a:p>
            <a:pPr marL="0" indent="0">
              <a:buNone/>
            </a:pPr>
            <a:r>
              <a:rPr lang="en-US" dirty="0"/>
              <a:t>To build a system that:</a:t>
            </a:r>
          </a:p>
          <a:p>
            <a:r>
              <a:rPr lang="en-IN" dirty="0"/>
              <a:t>Converts speech to text</a:t>
            </a:r>
          </a:p>
          <a:p>
            <a:r>
              <a:rPr lang="en-IN" dirty="0"/>
              <a:t>Automatically extracts tasks</a:t>
            </a:r>
          </a:p>
          <a:p>
            <a:r>
              <a:rPr lang="en-IN" dirty="0"/>
              <a:t>Detects deadlines</a:t>
            </a:r>
          </a:p>
          <a:p>
            <a:r>
              <a:rPr lang="en-US" dirty="0"/>
              <a:t>Alerts users about upcoming tasks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52520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4208-7832-4A87-F848-81FC238CB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73A55-2046-8CAD-C038-8C2387B1A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4293"/>
            <a:ext cx="10515600" cy="4092669"/>
          </a:xfrm>
        </p:spPr>
        <p:txBody>
          <a:bodyPr/>
          <a:lstStyle/>
          <a:p>
            <a:r>
              <a:rPr lang="en-US" dirty="0"/>
              <a:t>Students → Track assignments &amp; study tasks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Professionals → Manage meeting action items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Organizations → Record and monitor workflows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General Users → Daily reminders &amp; productivity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511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1479-C33B-9801-C9DA-9FC55FF8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025"/>
            <a:ext cx="10515600" cy="56001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+mn-lt"/>
              </a:rPr>
              <a:t>Dataset &amp; Model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FC2AB-9F79-9843-2B4E-8366D026E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60559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Dataset:</a:t>
            </a:r>
          </a:p>
          <a:p>
            <a:r>
              <a:rPr lang="en-US" dirty="0"/>
              <a:t>Dataset consists of user-recorded audio files</a:t>
            </a:r>
          </a:p>
          <a:p>
            <a:r>
              <a:rPr lang="en-US" dirty="0"/>
              <a:t>Audio recordings are collected manually by users</a:t>
            </a:r>
          </a:p>
          <a:p>
            <a:r>
              <a:rPr lang="en-US" dirty="0"/>
              <a:t>These recordings act as input data for the system</a:t>
            </a:r>
          </a:p>
          <a:p>
            <a:r>
              <a:rPr lang="en-US" dirty="0"/>
              <a:t>Audio files are uploaded and processed dynamically</a:t>
            </a:r>
          </a:p>
          <a:p>
            <a:r>
              <a:rPr lang="en-US" dirty="0"/>
              <a:t>No pre-existing/static dataset is used</a:t>
            </a:r>
          </a:p>
          <a:p>
            <a:pPr marL="0" indent="0">
              <a:buNone/>
            </a:pPr>
            <a:r>
              <a:rPr lang="en-IN" b="1" dirty="0"/>
              <a:t>Models Used:</a:t>
            </a:r>
          </a:p>
          <a:p>
            <a:pPr marL="0" indent="0">
              <a:buNone/>
            </a:pPr>
            <a:r>
              <a:rPr lang="en-IN" i="1" dirty="0"/>
              <a:t>Whisper Model</a:t>
            </a:r>
          </a:p>
          <a:p>
            <a:r>
              <a:rPr lang="en-US" dirty="0"/>
              <a:t>Converts recorded audio → text (speech-to-text)</a:t>
            </a:r>
          </a:p>
          <a:p>
            <a:pPr marL="0" indent="0">
              <a:buNone/>
            </a:pPr>
            <a:r>
              <a:rPr lang="en-IN" i="1" dirty="0" err="1"/>
              <a:t>spaCy</a:t>
            </a:r>
            <a:r>
              <a:rPr lang="en-IN" i="1" dirty="0"/>
              <a:t> NLP Model</a:t>
            </a:r>
          </a:p>
          <a:p>
            <a:r>
              <a:rPr lang="en-US" dirty="0"/>
              <a:t>Identifies entities like DATE and TIME</a:t>
            </a:r>
          </a:p>
          <a:p>
            <a:r>
              <a:rPr lang="en-IN" dirty="0"/>
              <a:t>Helps in extracting deadlines</a:t>
            </a:r>
          </a:p>
          <a:p>
            <a:pPr marL="0" indent="0">
              <a:buNone/>
            </a:pPr>
            <a:r>
              <a:rPr lang="en-IN" dirty="0" err="1"/>
              <a:t>DateParser</a:t>
            </a:r>
            <a:r>
              <a:rPr lang="en-IN" dirty="0"/>
              <a:t> Library</a:t>
            </a:r>
          </a:p>
          <a:p>
            <a:r>
              <a:rPr lang="en-US" dirty="0"/>
              <a:t>Converts natural language dates into structured format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16692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D825-153F-0BD8-85B2-87FFB0A30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025A15-6A7E-4990-881C-C6E708E08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" y="1143001"/>
            <a:ext cx="3547872" cy="4636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EAEE93-A56D-B210-451C-707A09841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616" y="1143000"/>
            <a:ext cx="3547872" cy="47640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D5C951-1283-4B26-9490-5DE34550A0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208" y="1690688"/>
            <a:ext cx="3974592" cy="382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43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A76D-8815-02A5-6EF7-D0A59AD9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Application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E861B-992B-7DEF-DF8E-F77943C03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Frontend → Uploads audio file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Node.js Server → Handles file upload</a:t>
            </a:r>
          </a:p>
          <a:p>
            <a:endParaRPr lang="en-IN" dirty="0"/>
          </a:p>
          <a:p>
            <a:r>
              <a:rPr lang="en-US" dirty="0" err="1"/>
              <a:t>FastAPI</a:t>
            </a:r>
            <a:r>
              <a:rPr lang="en-US" dirty="0"/>
              <a:t> Backend → Converts audio to text &amp; extracts tasks</a:t>
            </a:r>
          </a:p>
          <a:p>
            <a:endParaRPr lang="en-US" dirty="0"/>
          </a:p>
          <a:p>
            <a:r>
              <a:rPr lang="en-US" dirty="0"/>
              <a:t>MongoDB → Stores tasks and deadlines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5333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5528-557A-74FA-A44A-097DA8A6F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0FF90-E27E-FF2F-CFA5-9F9DEA703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 system that converts audio into meaningful tasks automatically</a:t>
            </a:r>
          </a:p>
          <a:p>
            <a:endParaRPr lang="en-US" dirty="0"/>
          </a:p>
          <a:p>
            <a:r>
              <a:rPr lang="en-US" dirty="0"/>
              <a:t>Reduced manual effort in note-taking and task tracking</a:t>
            </a:r>
          </a:p>
          <a:p>
            <a:endParaRPr lang="en-US" dirty="0"/>
          </a:p>
          <a:p>
            <a:r>
              <a:rPr lang="en-US" dirty="0"/>
              <a:t>Successfully integrated speech recognition and NLP techniques</a:t>
            </a:r>
          </a:p>
          <a:p>
            <a:endParaRPr lang="en-US" dirty="0"/>
          </a:p>
          <a:p>
            <a:r>
              <a:rPr lang="en-US" dirty="0"/>
              <a:t>Helps users stay organized with deadlines and alerts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5448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86755-5104-1FD5-1240-E267E502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AE050-CFD7-7C7B-3916-0231D8221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on Speech-to-Text Systems and Applications</a:t>
            </a:r>
          </a:p>
          <a:p>
            <a:r>
              <a:rPr lang="en-US" dirty="0"/>
              <a:t>Natural Language Processing Techniques for Task Extraction</a:t>
            </a:r>
          </a:p>
          <a:p>
            <a:r>
              <a:rPr lang="en-US" dirty="0"/>
              <a:t>Named Entity Recognition (NER) for Date and Time Detection</a:t>
            </a:r>
          </a:p>
          <a:p>
            <a:r>
              <a:rPr lang="en-US" dirty="0"/>
              <a:t>Studies on Voice-Based Productivity and Task Management Systems</a:t>
            </a:r>
          </a:p>
          <a:p>
            <a:r>
              <a:rPr lang="en-US" dirty="0"/>
              <a:t>Documentation and tutorials from official libraries (</a:t>
            </a:r>
            <a:r>
              <a:rPr lang="en-US" dirty="0" err="1"/>
              <a:t>FastAPI</a:t>
            </a:r>
            <a:r>
              <a:rPr lang="en-US" dirty="0"/>
              <a:t>, React, MongoDB, </a:t>
            </a:r>
            <a:r>
              <a:rPr lang="en-US" dirty="0" err="1"/>
              <a:t>spaCy</a:t>
            </a:r>
            <a:r>
              <a:rPr lang="en-US" dirty="0"/>
              <a:t>)</a:t>
            </a:r>
          </a:p>
          <a:p>
            <a:r>
              <a:rPr lang="en-US" dirty="0"/>
              <a:t>Online resources and technical blogs related to full-stack development and AI integration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4216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310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Bahnschrift Light Condensed</vt:lpstr>
      <vt:lpstr>Calibri</vt:lpstr>
      <vt:lpstr>Calibri Light</vt:lpstr>
      <vt:lpstr>Office Theme</vt:lpstr>
      <vt:lpstr>            AI-Powered Audio transcription system</vt:lpstr>
      <vt:lpstr>Problem Statement</vt:lpstr>
      <vt:lpstr>Stakeholders</vt:lpstr>
      <vt:lpstr>Dataset &amp; Model Discussion</vt:lpstr>
      <vt:lpstr>Results</vt:lpstr>
      <vt:lpstr>Application 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anumala abhilash</dc:creator>
  <cp:lastModifiedBy>anumala abhilash</cp:lastModifiedBy>
  <cp:revision>3</cp:revision>
  <dcterms:created xsi:type="dcterms:W3CDTF">2026-04-14T11:47:14Z</dcterms:created>
  <dcterms:modified xsi:type="dcterms:W3CDTF">2026-04-16T05:07:50Z</dcterms:modified>
</cp:coreProperties>
</file>